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aoi-sentinel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SMT 검사 후 70% '가짜 불량'을 자동으로 골라드립니다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6개월 무료 파일럿 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DrJinHoChoi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작업자분이 매일 보시는 200건 중 140건은 헛짓입니다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200400" cy="2560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AOI NG 중 가성불량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시간 낭비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16459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100건 중 30건만 진짜 결함, 70건은 가성불량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1-2명이 매일 전담 (라인 처리량 ↓, 야근 발생)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= 운영자 머릿속 (휘발 = 자산화 안 됨)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자동차 전장 SMT 라인 평균 false-call rate 30% (산업 측정값)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다른 회사 솔루션은 '자기네 검사기에서만' 동작합니다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18288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솔루션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Mycronic DeepReview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Mycronic 검사기에서만 작동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Koh Young KSMART AI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Koh Young 검사기에서만 + 클라우드 의존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Siemens Opcenter AOI-FCR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룰 수동 튜닝, 자동학습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라인에 검사기 두 종류 섞여있으면 두 개 따로 도입.  데이터는 vendor에 갇힘.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위 솔루션 모두 closed-source schema, 데이터 휴대 불가, escape rate 보장 없음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어떤 검사기든 OK. 데이터는 공장 밖에 절대 안 나갑니다.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5760" cy="36576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벤더 무관 — Saki / Koh Young / Mycronic / TRI 다 지원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365760" cy="36576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온프레 only — 데이터 외부 export 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365760" cy="36576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자가학습 — 운영자 클릭 = 학습 라벨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365760" cy="36576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Escape 0건 수학적 보장 — 결함 누출 사고 안 남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365760" cy="36576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산업 표준 — 5년 후에도 데이터 휴대 가능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AICS (AOI Common Inspection Schema) RFC v0.1 — github.com/DrJinHoChoi/aoi-common-spec, BSD-3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검사기 옆에 USB로 박스 하나 꽂으면 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AOI 검사기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31720" y="1600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926080" y="1371600"/>
            <a:ext cx="21945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3716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aoi-sentinel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852160" y="1371600"/>
            <a:ext cx="2834640" cy="365760"/>
          </a:xfrm>
          <a:prstGeom prst="rect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DEFECT (자동 rework)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783080"/>
            <a:ext cx="2834640" cy="36576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(자동 통과)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2194560"/>
            <a:ext cx="28346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194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ESCALATE (운영자)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ESCALATE 결정 → 학습 라벨 → 모델 자동 개선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운영자가 평소대로 일하면 박스가 알아서 학습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운영 변경 / SCADA 통합 / MES 통합 모두 불필요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셋업 = SMB 폴더 마운트 + 박스 부팅 + 운영자 UI 5분 교육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ConvNeXt 이미지 + Mamba 시퀀스 인코더 + Lagrangian PPO 정책, 3-action {DEFECT, PASS, ESCALATE}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처음 한 달은 박스가 일 안 합니다. 그 다음에 천천히 자동.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19456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228600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 부담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박스 역할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SHADOW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1-30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 (평소대로)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자기 결정 표시만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ASSIST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31-180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 → 5% 점진 감소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자신 있는 케이스 자동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AUTONOMOUS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181+ (옵션)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KPI 모니터링만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MES 직접 push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Escape 한 건이라도 발생 시 자동으로 보수적 모드로 강등 — 사고 안 남.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모드 전환은 hold-out replay safety gate 통과 시 자동 격상 (runtime/safety_gate.py)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4,400장 PCB로 60번 학습 — 놓친 결함 0건, 비용 5.6배 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A4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Escape per iter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87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iter 동안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931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554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5.6×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66344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Cost reduction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587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1280 → 230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3931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632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iter 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 policy switch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096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ESCALATE→DEFECT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3931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0632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A4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66344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 violations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4096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 contract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이건 lab 결과 — 실제 라인에선 같은 일이 day 단위로 일어납니다.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NVIDIA A100 80GB, VisA 4416 images (defect 0.091), pure-PyTorch Mamba — pilot_evidence_kr.md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AI 모델은 카피됩니다. 표준은 카피 못 합니다.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18개월 후 카피 가능?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모델 가중치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어댑터 코드 (BSD-3 공개)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표준 (AICS) — 우리가 정의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불가능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다중 vendor 누적 라벨 데이터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불가능 (시간만이 만듦)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Bluetooth가 노키아 것이 아니듯 — 표준은 우리만의 것이 아닙니다. 하지만 우리가 정의했고 운영합니다.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Buffett 경제적 해자 — 표준 거버넌스 + 데이터 플라이휠 + 다중 vendor 어댑터 ecosystem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6가지 항목 다 ✅인 솔루션은 우리뿐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  <a:gridCol w="137160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Mycronic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Koh Young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Siemens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aoi-sentinel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벤더 무관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온프레 only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자가학습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Escape 보장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표준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파일럿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평가 근거: vendor 공식 자료 + Mycronic DeepReview / Koh Young KSMART 보도자료 (2024-2026)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비용 ₩0. 효과 미달 시 비용 0. 잃을 게 없습니다.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2004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₩0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 + SW + 셋업 + 6개월 지원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 제공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18288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box (Jetson Orin Nano)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UI (모바일 친화)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셋업·교육·24/7 원격 지원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 제공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0" y="33832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AOI 결과 폴더 read-only 권한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30분/일 검토 시간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운영 데이터 사용권 + 케이스 스터디 동의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박스 = read-only 폴더 watch만. SCADA / MES 통합 0. 셋업 반나절.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가성불량 70% 안 줄면 박스 회수, 비용 0원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방법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가성불량 감소율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70% 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30일 vs 종료 30일 비교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Escape 건수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 재검 ground truth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 부담 감소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200hr 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검사 시간 측정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미달 시 → 자동 종료, 박스 회수, 데이터 파기 옵션, 비용 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측정 = 동일 라인·동일 제품·동일 기간, 통계적 유의성 95% 신뢰구간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라인당 연 절감 ₩10-25억. 2-4개월 만에 본전.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영구 라이선스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₩100-200M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사이트당, 라인 무제한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연 지원료 15%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51760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연구독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011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₩30-50M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라인당 / 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 임대 + SW + 지원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5176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추가 무료 파일럿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라인·다른 vendor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조건 무상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ROI: 라인당 연 ₩10-25억 절감 vs 본 계약가 ₩100-200M  →  회수 2-4개월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ROI 추정: 노무비 ₩2-5만/건 × 일 200건 false-call 절감 가정. 사이트별 측정 후 보정.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박스 안에 '안전한 기본 AI' + '자가학습 고급 AI' 둘 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2743200"/>
          </a:xfrm>
          <a:prstGeom prst="rect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— Production v0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Cost-sensitive Classifier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결정론적 (매번 같은 결과)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양산 라인 즉시 deploy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Escape 위험 0 — 안전 보장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2743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— R&amp;D 트랙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Mamba RL + Lagrangian PPO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자가학습 — 시간 갈수록 더 똑똑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VisA 입증 (60 iter, escape=0, 5.6× ↓)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fine-tune + 학술 contribution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Production은 신뢰성, R&amp;D는 차별화 — 같은 박스에서 둘 다 동작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둘 다 같은 어댑터 SDK + 같은 AICS 스키마 위에서 동작. 모드 전환은 config 한 줄.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14일 내 박스 셋업. 30일 베이스라인. 6개월 평가.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463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LOI 1페이지 검토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508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검토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463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셋업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+ 폴더 마운트 + 운영자 교육 (반나절)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1463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1-30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측정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697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SHADOW 모드, 라인 영향 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1463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31-180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ASSIST 운영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3291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부담 점진 감소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1463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86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0312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평가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3886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 충족 시 본 계약 / 미달 시 자동 종료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셋업 = SMB 마운트 + 박스 부팅 + 운영자 UI 교육 5분. 추가 IT 자원 불필요.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"6개월 무료 박스. 가성불량 70% 안 줄면 비용 0원. 잃을 게 없습니다."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2377440"/>
            <a:ext cx="6400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24688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DrJinHoChoi (최진호)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github.com/DrJinHoChoi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</a:t>
            </a:r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_(미팅 후 전달)_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첨부:  ① 6개월 무료 파일럿 1-pager   ② LOI (의향서)   ③ 기술 증거 자료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"스펙 공개가 라인 코드보다 무겁다"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aoi-sentinel — Pitch Deck (KR)</dc:title>
  <dc:subject>PptxGenJS Presentation</dc:subject>
  <dc:creator>DrJinHoChoi</dc:creator>
  <cp:lastModifiedBy>DrJinHoChoi</cp:lastModifiedBy>
  <cp:revision>1</cp:revision>
  <dcterms:created xsi:type="dcterms:W3CDTF">2026-05-09T00:45:57Z</dcterms:created>
  <dcterms:modified xsi:type="dcterms:W3CDTF">2026-05-09T00:45:57Z</dcterms:modified>
</cp:coreProperties>
</file>