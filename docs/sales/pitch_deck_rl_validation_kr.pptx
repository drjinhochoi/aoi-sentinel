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Mamba RL + Lagrangian PPO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검증 자료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2743200"/>
            <a:ext cx="36576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RL을 양산 라인에 배포해도 안전한가? — 수학·코드·실험으로 답합니다.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엔지니어 · CTO · 연구자 · 표준 body 기술 검토자 대상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DrJinHoChoi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RL은 본질적으로 탐색합니다. 그럼 양산에서 어떻게 안전을 보장하나?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5943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 "PPO는 unstable. 양산에 못 씀"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417320"/>
            <a:ext cx="41148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4173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Lagrangian PPO + reward clip + 모드 게이트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30552"/>
            <a:ext cx="4023360" cy="5943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305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 "escape 보장은 ML로 불가능"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130552"/>
            <a:ext cx="41148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1305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Constrained MDP의 hard constraint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43784"/>
            <a:ext cx="4023360" cy="5943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4378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 "Mamba는 hype. transformer로 충분"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843784"/>
            <a:ext cx="41148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84378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O(L) vs O(L²) 정량 측정 우위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57016"/>
            <a:ext cx="4023360" cy="5943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5701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  "실 양산 도메인 검증 안 됨"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3557016"/>
            <a:ext cx="41148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55701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VisA 실험 + 어댑터 SDK + 모드 게이트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deck은 각 회의론에 한 슬라이드씩 답.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모든 답변 = 코드 + 실험 + 학술 인용으로 검증 가능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Constrained MDP — 안전 제약이 reward 위에 hard constraint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7955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(S, A, P, r, c, γ, ε)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maximize    J_r(π) = E_π [ Σ γ^t · r(s_t, a_t) ]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↑ 보상 = -cost matrix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to  J_c(π) = E_π [ Σ γ^t · c(s_t, a_t) ] ≤ ε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↑ escape indicator      ↑ 0.001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s 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(image_t, history_{t-L:t})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a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{DEFECT, PASS, ESCALATE}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cost c  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1 if (action=PASS &amp;&amp; label=TRUE_DEFECT) else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Altman 1999 — Constrained Markov Decision Processes. EU AI Act audit과 호환되는 formalism.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Lagrangian 분해 + dual ascent (Stooke et al. 2020)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L(π, λ) = J_r(π) − λ · (J_c(π) − ε),    λ ≥ 0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Primal:  π ← argmax_π L(π, λ)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Dual:    λ ← max(0, λ + β · (J_c(π) − ε))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↑ 제약 위반량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4023360" cy="13716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F2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escape &gt; ε 초과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λ ↑ → 정책이 안전 강제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PASS 비용이 더 아프게 인식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2971800"/>
            <a:ext cx="4023360" cy="13716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A4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escape &lt; ε 만족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3832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λ ↓ → 정책이 reward 추구 자유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false-call 줄이기 시도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λ 자체가 학습됨 — 사람이 "비용 가중치 100? 1000?" 고민 필요 없음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PPO clipped surrogate (Schulman et al. 2017) — 정책 한 번에 너무 크게 안 변함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7955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ratio_t(π) = π(a_t|s_t) / π_old(a_t|s_t)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L_clip(π) = E_t [ min(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ratio_t · A_t,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clip(ratio_t, 1−ε_clip, 1+ε_clip) · A_t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]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A_t = A_r,t  −  λ · A_c,t      ← Lagrangian 결합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PPO?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TRPO보다 단순 (1차 method)  ·  on-policy로 시퀀스 인코더와 자연 결합  ·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클리핑이 학습 폭주 방지  ·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baseline (산업·학계 default)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arxiv.org/abs/1707.06347 — Schulman et al. 우리 lagrangian_ppo.py:update에서 정확히 이 수식 구현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Mamba vs Transformer — L=512+에서 측정 가능 우위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201168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시퀀스 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Transformer FLOPs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Mamba FLOPs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65,536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256×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262,144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512×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1,024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1,048,576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1,024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1,024×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2,048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4,194,304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2,048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2,048×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4,096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16,777,216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4,096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4,096×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production NPI 라인 history L=512-4096 — Mamba 없으면 추론 latency 양산 불가능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Gu &amp; Dao 2023 — Mamba: Linear-Time Sequence Modeling. scripts/bench_mamba_vs_transformer.py로 실측 가능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두 Mamba (이미지·시퀀스) + Lagrangian PPO actor-critic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ROI image (224×224)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393192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57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ConvNeXt-T / MambaVision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(image_encoder.py)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417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Inspection history (L=256)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057400"/>
            <a:ext cx="402336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057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Mamba-SSM 시퀀스 인코더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(sequence_encoder.py)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  concat  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3017520"/>
            <a:ext cx="365760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Trunk MLP, hidden=384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657600"/>
            <a:ext cx="16459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logits over 3 actions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3657600"/>
            <a:ext cx="16459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V_r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0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reward critic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3657600"/>
            <a:ext cx="164592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V_c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cost critic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models/policy/actor_critic.py — 약 60 lines.  두 critic head가 핵심: reward GAE / cost GAE 따로.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MambaActorCritic class — github.com/DrJinHoChoi/aoi-sentinel/blob/main/aoi_sentinel/models/policy/actor_critic.py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실험 셋업 — 재현 가능. seed 고정, 코드·데이터·하이퍼 모두 GitHub.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VisA PCB1-4, 4,416 imgs, defect rate 0.091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NVIDIA A100-SXM4-80GB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ConvNeXt-Tiny (MambaVision fallback)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시퀀스 인코더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Pure-PyTorch Mamba (mamba-ssm CUDA fallback)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Cost matrix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escape=50, false_call=1, operator=2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 제약 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Rollout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 step / iter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iter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 (분석은 0-167)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Optimizer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AdamW (actor lr=3e-4, critic lr=1e-3)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PPO clip 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0.2, n_epochs=4, minibatch=32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Entropy coef / λ_lr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0.02 / 0.2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Reward clip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-100 (vloss 폭발 방지)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Seed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 (single-seed report; multi-seed pending)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configs/stage1_npi_rl_light.yaml — 모든 값 검증 가능, git diff로 변경 이력 추적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VisA 결과 — 60 iter escape=0 + 비용 5.6× ↓ — Lagrangian contract 작동 입증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A4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Escape per iter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iter 동안 (iter 4-167)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3931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4173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5.6×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663440" y="2194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Cost reduction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450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1280 → 230 / iter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31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26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iter 4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자동 전환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959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ESCALATE→DEFECT, 사람 개입 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3931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926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1.0→7.0→1.8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66344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λ trajectory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959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Lagrangian dual 자동 조절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이건 lab 결과 — 실제 라인에선 같은 일이 day 단위로 일어남.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stage1.log iter 0-167. 상세 4-차트 plot script: pilot_evidence_kr.md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정책 자동 진화 — trivial → productive, 사람 개입 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(iter 0-3): 무작위 탐색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escape: 9, 3, 4, 0   reward: -36 → -5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(iter 4-152): ESCALATE-everything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esc=256, fc=0, reward=-5   λ rising 0.7 → 7.0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F8FAFC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Phase 3 (iter 153-167): productive transition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esc=0, fc≈230, reward=-0.9, escape=0 유지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solidFill>
            <a:srgbClr val="F8FAFC"/>
          </a:solidFill>
          <a:ln w="25400">
            <a:solidFill>
              <a:srgbClr val="CF22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F2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(iter 168+): PASS-collapse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escapes 25-30/iter — 다음 슬라이드에서 분석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해석: λ가 7.0 임계점까지 climbing → 정책이 더 productive basin으로 점프. 이게 Lagrangian 메커니즘.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stage1.log 직접 분석. 회의론자가 line 단위로 reproduce 가능.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실패 모드 + 완화 — 솔직하게 공개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691640"/>
          </a:xfrm>
          <a:prstGeom prst="rect">
            <a:avLst/>
          </a:prstGeom>
          <a:solidFill>
            <a:srgbClr val="FEE2E2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F2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(iter 168+)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always-PASS basin으로 drift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escapes 25-30 / iter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vloss 2,732,971 (critic 폭발)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λ 4 → 31 (회복 시도)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1691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(3개 동시)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c_escape=1000 → critic 폭파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entropy=0.05 → exploration 너무 강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λ_lr=0.05 → 빠른 변화에 못 따라감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8229600" cy="1417320"/>
          </a:xfrm>
          <a:prstGeom prst="rect">
            <a:avLst/>
          </a:prstGeom>
          <a:solidFill>
            <a:srgbClr val="DCFCE7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A4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완화 (commit d92e40c)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c_escape:    1000 → 50   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(50× 비대칭 유지하되 critic 안정)
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entropy:     0.05 → 0.02 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(첫 transition 후 drift 억제)
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lambda_lr:   0.05 → 0.2  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(4× 빠른 λ 반응)
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 clip: -100        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(vloss 폭발 hard cap)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PPO + 극단 cost asymmetry는 본질적으로 어려움. 단계적 업그레이드 plan: 다음 슬라이드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알고리즘 비교 + 업그레이드 roadmap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알고리즘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Lagrangian PPO (현재)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Stooke 2020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작동 + 알려진 한계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PID Lagrangian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Stooke 2020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v1.1 다음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λ 응답 빠름, oscillation ↓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Sauté RL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Sootla 2022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v1.2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상태에 safety budget augment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P3O (Penalized)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Zhang 2022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v1.5 alt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dual 변수 0개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Achiam 2017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trust region + 안전 bound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CRPO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Xu 2021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v2 alt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dual 0개, 수렴 증명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Decision Mamba + cost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 frontier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sequence enc + 학술 contribution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v1.1 (PID Lagrangian) = 코드 5줄, 가장 큰 효과.  v2 (CPO) = 첫 anchor LOI 후 양산 deploy 시점.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ai_manufacturing_standards.md Layer 0.1 algorithm 참고. 모든 arXiv 인용 검증 가능.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Production safeguards — RL 외부에 다층 방어. RL 실패해도 line 안 멈춤.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1 — RL 정책 (Lagrangian PPO)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escape rate ≤ ε 수학적 보장 (조건부)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30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2 — Safety gate (모델 promotion 전)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모델은 hold-out에서 escape=0 입증 필수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98064"/>
            <a:ext cx="8229600" cy="594360"/>
          </a:xfrm>
          <a:prstGeom prst="rect">
            <a:avLst/>
          </a:prstGeom>
          <a:solidFill>
            <a:srgbClr val="CADCFC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437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3 — 운영 모드 (SHADOW/ASSIST/AUTON)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090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SHADOW = 영향 0 / escape 1건이라도 발생 시 자동 강등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11296"/>
            <a:ext cx="8229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5701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4 — Drift 모니터링 + decommissioning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8039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임계 초과 시 자동 retire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RL 정책이 "이론상 안전"한 게 아니라, 운영 게이트가 사고 차단. RL 실패해도 line 정상.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runtime/safety_gate.py + runtime/modes.py — 코드 50+ tests passing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Reproducibility + open science — 모든 게 공개. 직접 검증 가능.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13716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위치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RFC v0.1 (AICS schema)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github.com/DrJinHoChoi/aoi-common-spec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BSD-3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 구현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github.com/DrJinHoChoi/aoi-sentinel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Inspection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Lagrangian PPO 코드 (~300 lines)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models/policy/lagrangian_ppo.py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벤치마크 데이터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VisA (Amazon Science)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BSD-3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config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configs/stage1_npi_rl_light.yaml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Public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Seed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 (single-seed reported)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50+ unit tests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tests/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Public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Bench script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scripts/bench_mamba_vs_transformer.py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Public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Pending: 3-seed variance 분석 · AICS Conformance Test Suite v1.0 · 학술 논문 (NeurIPS WS / IEEE T-II)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PR / issue 환영. 회의론자가 직접 reproduce 가능.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RL은 마법이 아닙니다.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알려진 알고리즘 + 정직한 한계 공개 + 다층 안전 게이트.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Constrained MDP + Lagrangian (Altman 1999)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17720" y="18745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PPO (Schulman 2017) + dual ascent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MambaVision + Mamba-SSM (O(L))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17720" y="2468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VisA 4,416 imgs, 60 iter escape=0, 5.6× 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SHADOW + safety gate + 자동 강등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17720" y="3063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솔직함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PASS-collapse 발생·원인·완화·gap 모두 공개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31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"RL 정책이 약속을 못 지키면, 시스템이 강제로 지킵니다."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DrJinHoChoi  ·  github.com/DrJinHoChoi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aoi-sentinel — RL 기술 검증 자료</dc:title>
  <dc:subject>PptxGenJS Presentation</dc:subject>
  <dc:creator>DrJinHoChoi</dc:creator>
  <cp:lastModifiedBy>DrJinHoChoi</cp:lastModifiedBy>
  <cp:revision>1</cp:revision>
  <dcterms:created xsi:type="dcterms:W3CDTF">2026-05-09T02:16:02Z</dcterms:created>
  <dcterms:modified xsi:type="dcterms:W3CDTF">2026-05-09T02:16:02Z</dcterms:modified>
</cp:coreProperties>
</file>