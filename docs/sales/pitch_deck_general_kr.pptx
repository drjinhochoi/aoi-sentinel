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aoi-sentinel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공장에서 매일 사람이 하는 검사 일,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도와드립니다.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0" y="338328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일반인 · 언론 · 정부 · 일반 직원 · 가족 대상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자동차 부품 공장에서는 매일 작은 부품 100만 개를 검사합니다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22860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검사기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74720" y="14630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부품 불량이에요!" (NG 표시)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228600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작업자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3774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"어디 봅시다... 맞네" 또는 "아닌데?"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2286000" cy="73152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91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2918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/ 재가공 / 통과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공항에서 X-ray가 가방을 빨갛게 표시하면, 사람이 다시 확인하는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검사기가 "불량" 한 것 100건 중 진짜 불량은 30건뿐. 나머지 70건은 헛수고.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0" cy="274320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100건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검사기가 "불량" 표시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반복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1371600"/>
            <a:ext cx="4572000" cy="128016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371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불량  30건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0" y="1828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사람이 확인 후 폐기 / 재가공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23360" y="2788920"/>
            <a:ext cx="4572000" cy="13258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사실은 멀쩡  70건  ← 헛수고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14800" y="32461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사람이 확인 후 그냥 통과 (시간 낭비)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매일 야근, 라인 처리량 감소, 작업자 피로 — 모두 이 70건의 헛수고에서 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검사기 옆에 작은 박스를 놓으면, AI가 작업자처럼 확인을 도와줍니다.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0116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017520" y="1371600"/>
            <a:ext cx="2377440" cy="10058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aoi-sentinel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(AI)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43600" y="1325880"/>
            <a:ext cx="2743200" cy="3657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확실히 멀쩡 → 통과 (자동)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737360"/>
            <a:ext cx="2743200" cy="365760"/>
          </a:xfrm>
          <a:prstGeom prst="rect">
            <a:avLst/>
          </a:prstGeom>
          <a:solidFill>
            <a:srgbClr val="CF222E"/>
          </a:solidFill>
          <a:ln w="12700">
            <a:solidFill>
              <a:srgbClr val="CF22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확실히 불량 → 폐기 (자동)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148840"/>
            <a:ext cx="2743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 모르겠음 → 작업자에게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작업자는 "확실하지 않은 것"만 보면 됩니다.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보조 선생님이 시험지 1차 채점하고, 헷갈리는 것만 본 선생님에게 가져오는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매일 작업자가 결정하는 걸 보고, 박스가 스스로 배워나갑니다.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887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463040"/>
            <a:ext cx="685800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5087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"음... 잘 모르겠어요"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(작업자에게 묻는 횟수: 100건)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작업자: 100건 다 확인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1887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28800" y="2377440"/>
            <a:ext cx="68580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24231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"이런 건 알겠어요!"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(작업자에게 묻는 횟수: 30건)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작업자: 30건만 확인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11887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180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28800" y="3291840"/>
            <a:ext cx="6858000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33375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"이제 거의 다 알아요" 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(작업자에게 묻는 횟수: 5건)
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작업자: 5건만 확인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신입사원이 6개월간 사수 옆에서 일 배우는 것과 같습니다. 점점 혼자 할 수 있어집니다.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진짜 불량을 놓치는 일은 절대 없습니다. 수학으로 보장합니다.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박스가 "모르겠어요" 하면  →  무조건 작업자에게 물어봄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결정은 사람이 함  →  사고 0건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+ 박스 = 둘 중 하나는 반드시 확인  →  둘 다 못 본 사고 = 0건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만약 단 한 번이라도 사고 발생 시  →  박스 자동으로 보수적 모드로 복귀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자율주행이 헷갈리면 운전자에게 핸들 넘기는 것과 같습니다. 안전이 최우선.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처음 한 달은 박스가 일 안 합니다. 그 다음에 천천히 자동.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45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4630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박스는 의견만 표시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8745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작업자: 작업자 100% 결정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164592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5-6개월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4231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박스가 확실한 것만 자동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28346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작업자: 모르면 작업자에게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1645920" cy="82296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375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(옵션)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3832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박스: 박스가 거의 다 결정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79476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작업자: 작업자는 KPI만 모니터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새 직원에게 처음엔 보게 하고, 익숙해지면 쉬운 일부터 맡기고, 마지막엔 알아서 일하게 하는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6개월 무료로 써보세요. 효과 미달이면 비용 0원, 박스 회수.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₩0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+ 셋업 + 6개월 지원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417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0원 (모두 무료)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0" y="24231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423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가성불량 70% 줄지 않으면 자동 종료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23360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2926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— 라인 운영에 영향 없음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3657600"/>
            <a:ext cx="466344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마트 시식 코너 같은 거예요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맘에 안 들면 그냥 두고 가시면 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일본 Saki든, 한국 Koh Young이든, 어느 회사 검사기든 다 됩니다.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2004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Saki (일본)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2004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Koh Young (한국)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2004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Mycronic (스웨덴)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32004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37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vendor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4114800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82880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aoi-sentinel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하나가 다 받아들임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라인에 두세 종류 검사기 섞여있어도 박스 하나로 통합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어떤 회사 휴대폰이든 USB-C 케이블 하나로 충전되는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회사의 검사 데이터는 공장 안에서만. 외부 회사 모릅니다.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2468880"/>
          </a:xfrm>
          <a:prstGeom prst="rect">
            <a:avLst/>
          </a:prstGeom>
          <a:solidFill>
            <a:srgbClr val="CADC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내부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01168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데이터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011680" cy="7315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0116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 (AI)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194560" cy="73152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→ 똑똑해짐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F22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외부로 전송: 0건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자동차 부품·반도체·기술 비밀이 새지 않습니다.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가족 비밀 일기를 집 밖으로 안 가져가는 것과 같습니다.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다른 회사가 AI 모델 따라할 수는 있지만, "표준"은 못 만듭니다.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4480" cy="8229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회사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173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"우리도 AI 만들었어요"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1-2년이면 따라옴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1554480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377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"AI들이 따라야 할 표준 자체를 정의 중"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77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표준은 카피 불가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55448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33375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의무화 (EU·한국 AI법)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통과 못 하면 판매 불가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Bluetooth 만든 회사가 있어요. 다른 회사들이 따라할 수는 있지만, 'Bluetooth라 부를 권한'은 처음 정의한 곳에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같은 박스가 SMT 검사뿐 아니라 자동차·로봇·AI 서버 다 적용됩니다.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자동차 부품 검사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5544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서버 보드 (NVIDIA, HBM)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55448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06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2년 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94560" y="2606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휴머노이드 부품 (Tesla, Figure)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155448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 배터리 검사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1554480" cy="457200"/>
          </a:xfrm>
          <a:prstGeom prst="rect">
            <a:avLst/>
          </a:prstGeom>
          <a:solidFill>
            <a:srgbClr val="2DA44E"/>
          </a:solidFill>
          <a:ln w="12700">
            <a:solidFill>
              <a:srgbClr val="2DA4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5년 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표준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우리가 잘 만든 박스 하나가 모든 제조업의 미래에 들어갑니다.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EU·한국·미국 모두 2027-2030년에 "AI 검사 의무 인증" 도입.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0972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법 발효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0972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920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AI 기본법 통과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0972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423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ISO 국제 표준 가속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09728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2926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의무화 시작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109728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29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91640" y="3429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AI audit 의무화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시점에 AI 솔루션은 표준 통과해야 판매 가능. 우리 = 표준 정의자.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자동차에 안전벨트 의무화된 것처럼, AI도 5년 후엔 인증된 것만 사용 가능. 우리는 그 인증 기관.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1645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컴퓨터에서 60번 학습 → 진짜 불량 놓침 0건, 작업자 부담 5배 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560320"/>
          </a:xfrm>
          <a:prstGeom prst="rect">
            <a:avLst/>
          </a:prstGeom>
          <a:solidFill>
            <a:srgbClr val="F8FAFC"/>
          </a:solidFill>
          <a:ln w="25400">
            <a:solidFill>
              <a:srgbClr val="2DA4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DA4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0건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놓친 불량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60번 학습 동안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931920" cy="256032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5배 ↓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475488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부담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1280 → 230 / 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실험 → 실제 공장에선 같은 일이 6개월 단위로 일어남.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 박스가 60번 시험 보면서 단 한 번도 진짜 불량을 놓치지 않았습니다.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작업자의 일을 덜고,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불량은 0건.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920240"/>
            <a:ext cx="3657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만들어주실 분 찾습니다: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6060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6개월 무료 박스를 받아주실 첫 공장 1곳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AI 표준 만드는 데 참여할 동료
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정부·표준 기관과의 다리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DrJinHoChoi  ·  github.com/DrJinHoChoi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"작업자의 일을 덜고, 사고는 0건. 그게 우리가 만드는 AI입니다."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aoi-sentinel — 일반인용 발표자료</dc:title>
  <dc:subject>PptxGenJS Presentation</dc:subject>
  <dc:creator>DrJinHoChoi</dc:creator>
  <cp:lastModifiedBy>DrJinHoChoi</cp:lastModifiedBy>
  <cp:revision>1</cp:revision>
  <dcterms:created xsi:type="dcterms:W3CDTF">2026-05-12T02:05:58Z</dcterms:created>
  <dcterms:modified xsi:type="dcterms:W3CDTF">2026-05-12T02:05:58Z</dcterms:modified>
</cp:coreProperties>
</file>