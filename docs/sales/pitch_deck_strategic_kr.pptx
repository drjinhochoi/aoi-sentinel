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AI 표준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후, 누가 정의하는가?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aoi-sentinel  —  제조 AI 표준의 reference 구현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모든 AOI 제조사가 AI를 자랑하는데, 누가 더 좋은지 비교할 방법이 없습니다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Mycronic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554480"/>
            <a:ext cx="18288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Koh Young KSMART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18288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Saki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554480"/>
            <a:ext cx="18288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vendor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 vs  vs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54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표준 없음 → 객관적 비교 불가능 → 결국 큰 vendor 채택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현재 어느 vendor도 model lineage / safety contract / cost matrix를 표준 포맷으로 공개 안 함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2027년부터 OEM은 AI audit 의무화. 그 audit 표준이 아직 없습니다.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발효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097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AI 기본법 통과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097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ISO/IEC 42001 가속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097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high-risk AI 시행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09728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NIST AI RMF 정부조달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109728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시행규칙 분야별 인증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109728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9164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의무 audit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"누가 audit 표준을 만드는가"가 2026년에 정해집니다.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EU AI Act Annex III "high-risk AI" 분류에 manufacturing inspection 포함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데이터 표준은 substrate. 진짜 moat는 그 위 메타 표준입니다.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0 — Manufacturing standards FOR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AIAS · AISC · MMC — "AI 자체를 audit · 비교 · 인증하는 표준"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범위: 모든 제조 AI (검사·가공·로봇·자율주행)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↑↑↑  그 위에 얹힘  ↑↑↑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1 — AI for manufacturing standards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AICS (검사) · CCS (가공) — "검사 결과를 vendor 무관하게 표현"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현재 위치  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두 layer 모두 우리가 정의 중 — 다른 vendor는 layer 1조차 없음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AI 모델은 commodity. AI audit 표준은 권력.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카피 시간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모델 가중치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 개월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 코드 (BSD-3)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 개월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학술 논문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 개월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표준 + 거버넌스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 년 (Bluetooth)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 vendor 누적 라벨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시간만이 만듦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vendor는 우리 모델 18개월 안에 따라잡습니다. 표준은 못 따라잡습니다.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역사적 비교: Bluetooth 12년, HTTPS 23년, HACCP 30년 — 모두 표준 owner가 우위 유지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AI 결정의 audit · 운영 · lifecycle 전체 layer를 표준화합니다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Audit (Layer 0.1)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AIAS — 결정 lineage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AISC — 안전 contract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MMC — Model Card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0604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554480"/>
            <a:ext cx="26060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(Layer 0.2)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Drift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Cross-vendor Benchmark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Federated Learning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260604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554480"/>
            <a:ext cx="26060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Lifecycle (Layer 0.3)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Lineage Tracking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Decommissioning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ISO/IEC 42001 + NIST AI RMF + IEC 61508 위에 manufacturing extension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8개 표준 후보 상세: docs/ai_manufacturing_standards.md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AIAS — 모든 AI 결정에 6개 메타데이터 첨부 (5년 후 OEM 의무)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02920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aias_version: "0.1"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decision_id: "uuid-..."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weights_hash: sha256:...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training_data_hash: sha256:...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cost_matrix: { c_escape: 50 }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safety: { metric: escape_rate,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limit: 0.001 }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action: PASS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confidence: 0.94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human_override: false
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92024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사고 발생 시 어느 학습 batch까지 책임 추적 가능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보험사·정부 audit 친화적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vendor 간 객관적 비교 가능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CF2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후 OEM 조달 의무 요건화 예상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W3C PROV (lineage 표준) + HuggingFace Model Cards를 manufacturing vertical로 합성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표준 정의 1년. 의무화까지 7년. 지금 시작 안 하면 늦습니다.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AIAS RFC v0.1 published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우리 (현재)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097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외부 vendor 채택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097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ISO/IEC 42001 working group 합류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097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AI 기본법 시행규칙 인용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1097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ISO/IEC TC SC 42 정식 RFC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1097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audit framework 채택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1097280" cy="32004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7+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916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의무화 → 우리 표준 통과 못 하면 OEM 납품 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₩100B 회사 임계점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비슷한 메타 표준 평균 7-10년: HACCP 30년, OWASP 10년, HuggingFace Model Cards 5년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작은 조직이 정의한 표준이 글로벌 의무가 되는 5단계 패턴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91056"/>
            <a:ext cx="365760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910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조직이 표준 정의                ← 우리 (Year 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02536"/>
            <a:ext cx="365760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025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reference 구현                  ← aoi-sentinel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365760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140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조직이 채택 시작                   ← Year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365760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254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정부·규제가 인용                      ← Year 4-5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365760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369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의무화                              ← Year 6-7+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사례: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HACCP (NASA→글로벌 의무 30년)  ·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 Top 10 (비영리→웹 보안 표준)  ·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HuggingFace Model Cards (학술→AI 메타데이터 default 5년)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공통: 정의자 = reference impl + 거버넌스 owner. 우리도 둘 다 갖춤.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추상적 비전이 아닙니다 — 표준 + 코드 + 실험 결과 모두 공개됐습니다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AICS RFC v0.1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github.com/DrJinHoChoi/aoi-common-spec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Published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aoi-sentinel reference 구현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github.com/DrJinHoChoi/aoi-sentinel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50+ tests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CCS RFC (placeholder)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github.com/DrJinHoChoi/cnc-common-spec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Reserved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Mamba RL 학습 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VisA 4,416장, A100 80GB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Escape=0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3-vendor 어댑터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Saki / Koh Young / generic_csv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작동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부족한 것 = 첫 anchor 고객 1곳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모든 결과 GitHub 검증 가능, BSD-3 라이선스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lab에서 60번 학습 — 놓친 결함 0건, 비용 5.6배 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 per iter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87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iter 동안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54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5.6×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587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→ 230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63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iter 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자동 전환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ESCALATE→DEFECT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39319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063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6344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violations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 contract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AISC (AI Safety Contract) 표준의 reference 구현이 동작함을 입증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NVIDIA A100 80GB, Lagrangian PPO, pure-PyTorch Mamba — pilot_evidence_kr.md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우리 시장은 manufacturing AI 전체. 한국·아시아 우선 진입.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463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2030E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적용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자동차 전장 SMT (현재 wedge)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$20B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$40B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A44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즉시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서버 / HBM 보드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$80B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$250B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⏳ Year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휴머노이드 부품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$2B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$30B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⏳ Year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 배터리 BMS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$30B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$80B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⏳ Year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CNC 가공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$20B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$40B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⏳ Year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직접 가능 시장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~$150B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F2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~$440B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박스, 같은 표준, 다른 도메인 — 하나의 표준이 모든 manufacturing AI를 통일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출처: Mordor Intelligence, IDC, Goldman Sachs humanoid 보고서 (2024-2025)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표준은 혼자 못 만듭니다 — 5종류 이해관계자 동시 engage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2860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줄 가치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(OEM/Tier-1)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현대모비스, LG이노텍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Continental, Bosch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ROI 데이터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벤더 (장비)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(한국 적음)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Saki, Koh Young, Mycronic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통합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body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KSA, KETI, TTA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IPC, SEMI, IEC, ISO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 만든 RFC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서울대, KAIST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MIT, ETH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산업부, 중기부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IndustryX, NIST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부합 솔루션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 고객·벤더 집중  →  Phase B 연구계·표준 body  →  Phase C 정부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상세 24개월 분기별 액션: docs/standardization_methodology.md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표준이 우리만의 것이 되면 표준이 아닙니다 — 의도적 자기 견제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2801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editor (DrJinHoChoi)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280160" cy="594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4231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Multi-editor 위원회 (5-7명, simple majority)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423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280160" cy="5943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v2.0+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3200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비영리 재단/컨소시엄 (Bluetooth SIG 모델)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Year 3+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Bluetooth가 노키아 것이 아니듯 — 표준은 우리만의 것이 아님. 그러나 reference impl + audit 서비스 매출은 우리.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AICS RFC-001 §11에 multi-editor 거버넌스 약속 명시 + BSD-3 라이선스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모델은 commodity.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표준은 권력.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2468880"/>
            <a:ext cx="3657600" cy="457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AI를 파는 게 아니라,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따라야 할 표준을 정의합니다.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시작하는 사람이 5년 후 표준 owner.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 ·  github.com/DrJinHoChoi  ·  필요하시면 같이 만들 수 있습니다.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aoi-sentinel — 전략 발표자료 (비전·표준화)</dc:title>
  <dc:subject>PptxGenJS Presentation</dc:subject>
  <dc:creator>DrJinHoChoi</dc:creator>
  <cp:lastModifiedBy>DrJinHoChoi</cp:lastModifiedBy>
  <cp:revision>1</cp:revision>
  <dcterms:created xsi:type="dcterms:W3CDTF">2026-05-09T01:42:16Z</dcterms:created>
  <dcterms:modified xsi:type="dcterms:W3CDTF">2026-05-09T01:42:16Z</dcterms:modified>
</cp:coreProperties>
</file>