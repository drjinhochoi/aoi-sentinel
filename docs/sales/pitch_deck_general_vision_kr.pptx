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공장이 더 똑똑해지도록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돕는 회사입니다.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0" y="2468880"/>
            <a:ext cx="3657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aoi-sentinel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제조업의 AI 도우미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박스 하나가 공장의 검사·생산·가공을 도와드립니다.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DrJinHoChoi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공장에서는 매일 사람이 같은 일을 수천 번 반복합니다.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6459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작업자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4630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"이거 불량인가? 멀쩡한가?"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1463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1,000번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64592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SMT 작업자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240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"땜납이 잘 발렸나? 부품 위치 맞나?"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22402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수천 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645920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17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CNC 작업자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3017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"공구 갈 때 됐나? 속도 맞나? 정밀도 OK?"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30175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끊임없이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매일 같은 판단을 수천 번 → 피로, 야근, 실수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도서관 사서가 1만 권을 매일 같은 분류로 정리하는 것과 같습니다. AI가 도우면 진짜 중요한 판단만 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같은 박스가 세 가지 다 합니다. 학습 방식이 같기 때문에.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2926080"/>
          </a:xfrm>
          <a:prstGeom prst="rect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060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1️⃣  AOI 검사 도우미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부품 불량인지 멀쩡한지 1차 판단"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749040"/>
            <a:ext cx="233172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749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사람은 헷갈리는 것만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06040" cy="2926080"/>
          </a:xfrm>
          <a:prstGeom prst="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463040"/>
            <a:ext cx="2606040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463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2️⃣  SMT 생산 도우미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"땜납·부품·온도가 잘 되어가나 미리 알림"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3749040"/>
            <a:ext cx="233172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749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불량 만들기 전 예방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606040" cy="2926080"/>
          </a:xfrm>
          <a:prstGeom prst="rect">
            <a:avLst/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463040"/>
            <a:ext cx="260604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463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3️⃣  CNC 가공 도우미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2194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"공구 마모·진동·온도 보고 자동 조정"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749040"/>
            <a:ext cx="233172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749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가공 사고·낭비 방지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셋 다 "사람 옆에서 보고 배우고 도와주는 AI"라는 점에서 똑같습니다.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1️⃣ AOI 검사 도우미 — 100건 중 70건 헛수고를 AI가 골라드림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54480" cy="7315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94560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"100건 불량이에요!"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554480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박스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9456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"30건은 진짜, 70건은 멀쩡합니다"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1554480" cy="73152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546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94560" y="3154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"모르겠는 것만 내가 볼게"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우리 제품. 자동차 부품 공장에서 매일 작업자 야근의 원인.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공항 X-ray가 매일 100번 의심 표시. 실제 위험은 30번. 보안요원이 70번 헛고생.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2️⃣ SMT 생산 도우미 — 검사는 "이미 망한 거 분류". 우리는 "안 망하게 미리 알림".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— 사후 분류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→ 불량 발생 → 검사 → 폐기  (이미 늦었음)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737360"/>
          </a:xfrm>
          <a:prstGeom prst="rect">
            <a:avLst/>
          </a:prstGeom>
          <a:solidFill>
            <a:srgbClr val="DCFCE7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— 사전 예방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→ AI: "땜납 양 줄고 있어요"  → 미리 조정 → 불량 안 만듦
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AI: "오븐 온도 흔들려요"
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AI: "부품 위치 비뚤어져요"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수율 1% 개선만 해도 라인 1개당 연 수십억 ROI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의사가 병 걸린 후 치료가 아니라, 미리 건강검진으로 예방하는 것과 같습니다.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3️⃣ CNC 가공 도우미 — 선반·밀링·머시닝센터, 모든 금속 가공기에 적용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011680"/>
          </a:xfrm>
          <a:prstGeom prst="rect">
            <a:avLst/>
          </a:prstGeom>
          <a:solidFill>
            <a:srgbClr val="F8FAFC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박스가 보는 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스핀들 부하 (커터에 걸리는 힘)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 (chatter)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(열변형)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 시간 vs 품질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2011680"/>
          </a:xfrm>
          <a:prstGeom prst="rect">
            <a:avLst/>
          </a:prstGeom>
          <a:solidFill>
            <a:srgbClr val="F8FAFC"/>
          </a:solidFill>
          <a:ln w="25400">
            <a:solidFill>
              <a:srgbClr val="2DA4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자동 조정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"공구 마모 임박 → 교체 권장"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"속도 줄이면 표면 매끈"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"스핀들 열변형 -5µm 보정"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비용 30%↓   ·   가공 시간 10-20%↓   ·   불량 사전 방지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자동차에 ABS·차선 이탈 경보가 운전자 도와주는 것과 같습니다. CNC 가공에 운전자 보조 시스템.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같은 박스가 셋 다 하는 비결 — 학습 방식이 같습니다.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459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AOI 검사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4173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작업자: "불량/멀쩡" 결정  →  AI 학습  →  점점 자동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645920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SMT 생산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엔지니어: "온도 +/-" 결정  →  AI 학습  →  점점 자동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64592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CNC 가공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7889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가공사: "속도 줄여" 결정  →  AI 학습  →  점점 자동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 세 가지 모두 같은 알고리즘  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연구개발 한 번, 적용은 무한대.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한국어 잘 배운 사람이 한국어로 요리·운전·강의 다 하는 것과 같습니다. 같은 언어, 다른 일.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매일 작업자 결정을 보고 배웁니다. 신입사원처럼.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3716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14630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박스: "다 모르겠어요"
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100% 결정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37160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23774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박스: "쉬운 건 알겠어요"
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30%만 결정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1371600" cy="77724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180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32918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박스: "거의 다 알아요"
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5%만 결정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데이터는 공장 안에서만. 외부로 안 나감.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좋은 비서가 6개월 후 사장 일정을 알아서 잡는 것과 같습니다.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박스가 모르겠으면 무조건 사람에게. 사고 0건 수학적 보장.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"모르겠어요"  →  무조건 작업자에게 escalate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= 최종 결정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060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사고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743200"/>
            <a:ext cx="2606040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743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사고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743200"/>
            <a:ext cx="260604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743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 사고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적용 모두 같은 안전 framework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단 한 번이라도 사고 발생 시 → 박스 자동으로 보수적 모드 복귀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자율주행이 헷갈리면 운전자에게 핸들 넘기는 것과 같습니다. 안전이 최우선.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회사 비밀(부품 설계·가공 노하우)은 공장 밖으로 안 나갑니다.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237744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내부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874520"/>
            <a:ext cx="22860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데이터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31720"/>
            <a:ext cx="228600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SMT 데이터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2788920"/>
            <a:ext cx="228600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CNC 데이터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40480" y="2103120"/>
            <a:ext cx="1828800" cy="868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103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(AI)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0800" y="2240280"/>
            <a:ext cx="1828800" cy="59436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→ 더 똑똑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2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전송: 0건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 부품 비밀·반도체 IP·정밀가공 노하우 모두 안전.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가족 비밀 일기를 집 밖으로 안 가져가는 것과 같습니다.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한국이 강한 모든 제조 분야에 다 적용됩니다.</a:t>
            </a:r>
            <a:endParaRPr lang="en-US" sz="2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126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박스 역할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자동차 전장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AOI 검사 + SMT 수율  (현대모비스, LG이노텍)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반도체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HBM 보드 검사 + 패키징  (삼성전기, SK하이닉스)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로봇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부품 검사 + CNC 가공  (현대로보틱스, 두산로보틱스)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서버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NVIDIA·HBM 보드 검사  (Tier-1 OEM)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 배터리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BMS 보드 + 셀 housing CNC  (LG에너지, 삼성SDI)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정밀가공 SMB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CNC 적응형 제어  (3만+ 한국 shop)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한국 제조업 전체가 잠재 고객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한국은 세계 1위 반도체·디스플레이·자동차·조선 + 정밀가공 강국. 같은 박스가 모든 분야에.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검사 박스 1개 → 공장 전체를 돕는 AI 플랫폼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645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(현재)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AOI 검사 도우미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시작점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64592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SMT 생산 도우미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64592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560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CNC 가공 도우미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164592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제조업 AI 표준 플랫폼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글로벌 표준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1645920" cy="45720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2032+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인증 권한 보유 기관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권력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박스, 같은 알고리즘, 점점 더 많은 일.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카카오톡이 메시지 → 결제 → 택시 → 은행 → 게임으로 확장한 것과 같습니다. 한 platform이 점점 커짐.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5년 후 AI 솔루션은 정부 인증 통과해야 판매 가능. 우리가 그 인증 기관 자리.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887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83080" y="1417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법 발효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1887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3080" y="1920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AI 기본법 통과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1887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83080" y="2423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 국제 표준 가속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18872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2926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의무 인증 시작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118872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29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83080" y="3429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AI audit 의무화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제조 AI는 표준 통과 필수. 우리 = 표준 정의자.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자동차 안전벨트 의무화처럼, AI도 5년 후엔 인증된 것만 사용 가능. 우리는 그 인증 기관.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검사 도우미 컴퓨터 실험 — 60번 학습에 진짜 불량 놓침 0건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377440"/>
          </a:xfrm>
          <a:prstGeom prst="rect">
            <a:avLst/>
          </a:prstGeom>
          <a:solidFill>
            <a:srgbClr val="F8FAFC"/>
          </a:solidFill>
          <a:ln w="25400">
            <a:solidFill>
              <a:srgbClr val="2DA4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600" b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8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놓친 불량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60번 학습 동안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2377440"/>
          </a:xfrm>
          <a:prstGeom prst="rect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5544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5배 ↓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475488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부담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 → 230 / 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SMT 수율·CNC 가공도 같은 알고리즘이라 비슷한 결과 기대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한 분야에서 잘 학습된 AI가 다른 분야에서도 잘 작동하는 게 증명된 셈.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공장이 더 똑똑해지면,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작업자가 더 가치 있는 일을 합니다.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1965960"/>
            <a:ext cx="3657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공장 1곳 (검사부터 시작)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일할 동료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정부·표준 기관 다리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도와주실 분: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25603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자동차·반도체·로봇·정밀가공 회사 임원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AI·표준화 정책 담당자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투자자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가공·검사 베테랑 작업자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DrJinHoChoi  ·  github.com/DrJinHoChoi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"같은 박스가 공장 전체를 돕습니다."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aoi-sentinel — 큰 그림 일반인용</dc:title>
  <dc:subject>PptxGenJS Presentation</dc:subject>
  <dc:creator>DrJinHoChoi</dc:creator>
  <cp:lastModifiedBy>DrJinHoChoi</cp:lastModifiedBy>
  <cp:revision>1</cp:revision>
  <dcterms:created xsi:type="dcterms:W3CDTF">2026-05-12T02:26:35Z</dcterms:created>
  <dcterms:modified xsi:type="dcterms:W3CDTF">2026-05-12T02:26:35Z</dcterms:modified>
</cp:coreProperties>
</file>